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9902C-CE6E-40AD-8A23-104FF9E4704D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5C453-616C-4272-A8E4-A01EF40F74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03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LotsOfPictures</a:t>
            </a:r>
            <a:r>
              <a:rPr lang="en-US" dirty="0"/>
              <a:t>}}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5C453-616C-4272-A8E4-A01EF40F74B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235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{{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LotsOfVideos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5C453-616C-4272-A8E4-A01EF40F74B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1321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{{</a:t>
            </a:r>
            <a:r>
              <a:rPr lang="en-US" altLang="zh-CN" dirty="0" err="1"/>
              <a:t>TableSlide</a:t>
            </a:r>
            <a:r>
              <a:rPr lang="en-US" altLang="zh-CN" dirty="0"/>
              <a:t>}}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5C453-616C-4272-A8E4-A01EF40F74B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65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76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96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8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40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43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67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3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73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7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94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6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A1274-F16B-41BC-8EDC-C9BDBE8EC8FC}" type="datetimeFigureOut">
              <a:rPr lang="fr-FR" smtClean="0"/>
              <a:t>17/07/2024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19357-2BD0-4529-A69E-E789023FA5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29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title="{{picture1null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469388"/>
            <a:ext cx="876191" cy="523810"/>
          </a:xfrm>
          <a:prstGeom prst="rect">
            <a:avLst/>
          </a:prstGeom>
        </p:spPr>
      </p:pic>
      <p:pic>
        <p:nvPicPr>
          <p:cNvPr id="6" name="Image 5" title="{{picture1jpe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1" y="469388"/>
            <a:ext cx="876191" cy="523810"/>
          </a:xfrm>
          <a:prstGeom prst="rect">
            <a:avLst/>
          </a:prstGeom>
        </p:spPr>
      </p:pic>
      <p:pic>
        <p:nvPicPr>
          <p:cNvPr id="8" name="Image 7" descr="{{picture1pn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469388"/>
            <a:ext cx="876191" cy="523810"/>
          </a:xfrm>
          <a:prstGeom prst="rect">
            <a:avLst/>
          </a:prstGeom>
        </p:spPr>
      </p:pic>
      <p:pic>
        <p:nvPicPr>
          <p:cNvPr id="9" name="Image 8" descr="{{picture1null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2248013"/>
            <a:ext cx="876191" cy="523810"/>
          </a:xfrm>
          <a:prstGeom prst="rect">
            <a:avLst/>
          </a:prstGeom>
        </p:spPr>
      </p:pic>
      <p:pic>
        <p:nvPicPr>
          <p:cNvPr id="10" name="Image 9" title="{{picture1jpe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1" y="2248013"/>
            <a:ext cx="876191" cy="523810"/>
          </a:xfrm>
          <a:prstGeom prst="rect">
            <a:avLst/>
          </a:prstGeom>
        </p:spPr>
      </p:pic>
      <p:pic>
        <p:nvPicPr>
          <p:cNvPr id="12" name="Image 11" title="{{picture1pn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248013"/>
            <a:ext cx="876191" cy="523810"/>
          </a:xfrm>
          <a:prstGeom prst="rect">
            <a:avLst/>
          </a:prstGeom>
        </p:spPr>
      </p:pic>
      <p:pic>
        <p:nvPicPr>
          <p:cNvPr id="13" name="Image 12" descr="{{picture1null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4026638"/>
            <a:ext cx="876191" cy="523810"/>
          </a:xfrm>
          <a:prstGeom prst="rect">
            <a:avLst/>
          </a:prstGeom>
        </p:spPr>
      </p:pic>
      <p:pic>
        <p:nvPicPr>
          <p:cNvPr id="14" name="Image 13" title="{{picture1jpe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1" y="4026638"/>
            <a:ext cx="876191" cy="523810"/>
          </a:xfrm>
          <a:prstGeom prst="rect">
            <a:avLst/>
          </a:prstGeom>
        </p:spPr>
      </p:pic>
      <p:pic>
        <p:nvPicPr>
          <p:cNvPr id="16" name="Image 15" title="{{picture1pn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4026638"/>
            <a:ext cx="876191" cy="523810"/>
          </a:xfrm>
          <a:prstGeom prst="rect">
            <a:avLst/>
          </a:prstGeom>
        </p:spPr>
      </p:pic>
      <p:pic>
        <p:nvPicPr>
          <p:cNvPr id="17" name="Image 16" descr="{{picture1null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5805264"/>
            <a:ext cx="876191" cy="523810"/>
          </a:xfrm>
          <a:prstGeom prst="rect">
            <a:avLst/>
          </a:prstGeom>
        </p:spPr>
      </p:pic>
      <p:pic>
        <p:nvPicPr>
          <p:cNvPr id="18" name="Image 17" title="{{picture1jpe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1" y="5805264"/>
            <a:ext cx="876191" cy="523810"/>
          </a:xfrm>
          <a:prstGeom prst="rect">
            <a:avLst/>
          </a:prstGeom>
        </p:spPr>
      </p:pic>
      <p:pic>
        <p:nvPicPr>
          <p:cNvPr id="20" name="Image 19" title="{{picture1png}}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5805264"/>
            <a:ext cx="876191" cy="5238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10ECA3-077E-4B8D-4DDC-08D910F9F4E7}"/>
              </a:ext>
            </a:extLst>
          </p:cNvPr>
          <p:cNvSpPr txBox="1"/>
          <p:nvPr/>
        </p:nvSpPr>
        <p:spPr>
          <a:xfrm>
            <a:off x="1979712" y="134076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 text1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C0A4F2-BCEE-CD05-1BF4-7CA3175DD192}"/>
              </a:ext>
            </a:extLst>
          </p:cNvPr>
          <p:cNvSpPr txBox="1"/>
          <p:nvPr/>
        </p:nvSpPr>
        <p:spPr>
          <a:xfrm>
            <a:off x="1979712" y="232525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 text2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3378BC-8A8D-5379-E6BC-B60DCB2AEC86}"/>
              </a:ext>
            </a:extLst>
          </p:cNvPr>
          <p:cNvSpPr txBox="1"/>
          <p:nvPr/>
        </p:nvSpPr>
        <p:spPr>
          <a:xfrm>
            <a:off x="1907704" y="321297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 text3</a:t>
            </a:r>
            <a:endParaRPr lang="zh-CN" altLang="en-US" dirty="0"/>
          </a:p>
        </p:txBody>
      </p:sp>
      <p:sp>
        <p:nvSpPr>
          <p:cNvPr id="7" name="文本框 6" descr="{{text1}}">
            <a:extLst>
              <a:ext uri="{FF2B5EF4-FFF2-40B4-BE49-F238E27FC236}">
                <a16:creationId xmlns:a16="http://schemas.microsoft.com/office/drawing/2014/main" id="{77D51980-59F6-3544-B063-82884958B5FA}"/>
              </a:ext>
            </a:extLst>
          </p:cNvPr>
          <p:cNvSpPr txBox="1"/>
          <p:nvPr/>
        </p:nvSpPr>
        <p:spPr>
          <a:xfrm>
            <a:off x="1979712" y="402663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 text3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388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DF70C-03F3-5DD6-185B-8F1AD329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看视频咯</a:t>
            </a:r>
            <a:endParaRPr lang="zh-CN" altLang="en-US" dirty="0"/>
          </a:p>
        </p:txBody>
      </p:sp>
      <p:sp>
        <p:nvSpPr>
          <p:cNvPr id="5" name="内容占位符 4" descr="{{picture1mp4}}">
            <a:extLst>
              <a:ext uri="{FF2B5EF4-FFF2-40B4-BE49-F238E27FC236}">
                <a16:creationId xmlns:a16="http://schemas.microsoft.com/office/drawing/2014/main" id="{B1B0D4AD-8474-37F0-4849-B0D57E5DF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42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029A95D-C7D3-8F96-B0A3-3F2CCB14D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742062"/>
              </p:ext>
            </p:extLst>
          </p:nvPr>
        </p:nvGraphicFramePr>
        <p:xfrm>
          <a:off x="1524000" y="1397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864614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649143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140167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50712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职称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907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河之洲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396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{{name1}}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河之洲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{{position1}}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5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{{name2}}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河之洲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{{position2}}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957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54</Words>
  <Application>Microsoft Office PowerPoint</Application>
  <PresentationFormat>全屏显示(4:3)</PresentationFormat>
  <Paragraphs>27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新宋体</vt:lpstr>
      <vt:lpstr>Arial</vt:lpstr>
      <vt:lpstr>Calibri</vt:lpstr>
      <vt:lpstr>Thème Office</vt:lpstr>
      <vt:lpstr>PowerPoint 演示文稿</vt:lpstr>
      <vt:lpstr>看视频咯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tanguy.krotoff</dc:creator>
  <cp:lastModifiedBy>闻 利</cp:lastModifiedBy>
  <cp:revision>23</cp:revision>
  <dcterms:created xsi:type="dcterms:W3CDTF">2012-09-14T14:16:26Z</dcterms:created>
  <dcterms:modified xsi:type="dcterms:W3CDTF">2024-07-17T08:35:16Z</dcterms:modified>
</cp:coreProperties>
</file>